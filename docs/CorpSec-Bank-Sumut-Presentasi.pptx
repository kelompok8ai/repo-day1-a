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8220"/>
                </a:solidFill>
              </a:defRPr>
            </a:pPr>
            <a:r>
              <a:t>Corporate Secretary Digital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CCDDC"/>
                </a:solidFill>
              </a:defRPr>
            </a:pPr>
            <a:r>
              <a:t>Presentasi Produk — PRD Discovery v0.1 | Juli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Bank Sumut — Corporate Secretary Digital Platform | PRD v0.1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Latar Belakang &amp; Tantangan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Mengapa platform digital CorpSec dibutuhkan?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Corporate Secretary Bank Sumut mengelola memorandum, agenda Direksi, rapat, dan compliance.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Proses manual masih mengandalkan kertas &amp; email — approval lambat, sulit dilacak.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PRD Discovery v0.1 mendefinisikan kebutuhan digitalisasi end-to-end CorpSec.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Solusi: platform terintegrasi dengan workflow 7 level, AI review, &amp; SLA monitoring.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Visi Produk &amp; Ruang Lingkup PRD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Satu platform untuk seluruh operasional Corporate Secretary Bank Sumut.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Memorandum digital — upload PDF hingga keputusan final Direksi/Komisaris.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AI compliance review dengan referensi SMD &amp; regulasi OJK/BI.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Modul terintegrasi: Dashboard, Agenda, Rapat, Media, Knowledge, SLA, Laporan.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Tanda tangan digital &amp; notifikasi in-app di setiap tahap approval.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Arsitektur Teknologi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Teknologi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Fungsi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Next.js 16 + React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App Router, UI responsif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SQLite + Drizzle ORM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11 tabel, auto-seed demo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Styling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Tailwind CSS v4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Brand navy &amp; orange Bank Sumut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Grafik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Recharts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Dashboard &amp; laporan statistik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PDF &amp;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pdf-parse +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Ekstraksi teks &amp; analisa compliance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Cookie Session + RBAC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7 role, middleware guard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Modul Utama Website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Route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Fungsi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Statistik, grafik, notifikasi, aksi cepat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/dashboard/memorandum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Upload PDF, workflow, AI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/agenda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Jadwal &amp; persiapan kegiatan Direksi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Rapat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/rapat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Notulen &amp; tindak lanjut rapat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Berita &amp; analisis sentimen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Knowledge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/knowledge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Dokumen internal &amp; regulasi (RAG)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SLA &amp; Laporan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/sla, /laporan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Monitoring SLA &amp; KPI PRD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Dashboard &amp; Manajemen Memorandum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Dashboard CorpSec — pusat kendali operasional: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Stat cards: agenda, memorandum pending, SLA, notifikasi regulator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Grafik: statistik memorandum, tren bulanan, tren SLA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Notifikasi keputusan Pimpinan Bidang &amp; aksi cepat upload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Manajemen Memorandum: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Upload PDF (max 20 MB) + metadata (perihal, divisi, urgensi)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Indikator baca, status workflow, aging, AI score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PDF viewer, workflow stepper, tanda tangan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Workflow Persetujuan 7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Cabang rute: Direksi (via SekDir) atau Komisaris (via SekKom)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1. Divisi Pengusul — Upload &amp; kirim memorandum PDF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2. Corporate Secretary — Analisa AI &amp; review compliance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3. Pemimpin Bidang — Approve/tolak + tanda tangan digital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4. Sekretaris Direksi/Komisaris — Terima &amp; forward ke board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5. Direksi (5 anggota) / Komisaris (3 anggota) — Keputusan board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6. CorpSec — Finalisasi keputusan board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7. Kembali ke Pengusul — Notifikasi keputusan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Role-Based Access Control — 7 Role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Route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Akses Utama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Kirim PDF, riwayat keputusan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/dashboard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Akses penuh seluruh modul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/pimpinan-bidang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Review, approve/tolak + TTD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/sekdireksi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Terima &amp; forward ke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/sekretaris-komisaris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Forward ke Komisaris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Keputusan + tanda tangan digital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/komisaris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Keputusan + disposisi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Akun Demo untuk Live Demo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Divisi 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pengusul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pengusul123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Corporate Secretary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corpsec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corpsec123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Pemimpin Bidang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pimpinan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pimpinan123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sekdireksi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sekdireksi123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Sekretaris Komisaris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sekkom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sekkom123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Direktur 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dirut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dirut123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Direktur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dir_it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dirit123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Komisaris 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kom_utama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kom123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AI Compliance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Otomatis saat upload PDF — ekstraksi teks via pdf-parse.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Output analisa AI: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SMD Document ID (SMD-BSM-{tahun}-{seq})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Ringkasan eksekutif terstruktur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Risk Score (0–90) &amp; Compliance Score (85–99%)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Referensi regulasi dari Knowledge Base (RAG)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CorpSec dapat edit ringkasan, download review, &amp; re-upload dokumen.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Knowledge Base: SK/SE/SOP internal + regulasi OJK/BI sebagai corpus RAG.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Agenda, Rapat &amp; Media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Agenda Direksi — CRUD jadwal kegiatan, prioritas, catatan persiapan.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Meeting Management — daftar rapat, notulen, tindak lanjut dengan assignee &amp; due date.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Media Monitoring — berita Bank Sumut, regulasi, makroekonomi, perbankan.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Analisis sentimen: Positif / Netral / Negatif</a:t>
            </a:r>
          </a:p>
          <a:p>
            <a:pPr lvl="1"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  • Sumber: Bisnis Indonesia, Kontan, Reuters, dll.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Notifikasi regulator OJK/BI ditampilkan di dashboard CorpSec.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SLA Monitoring &amp; KPI Success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KPI (PRD)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Implementasi</a:t>
                      </a:r>
                    </a:p>
                  </a:txBody>
                  <a:tcPr>
                    <a:solidFill>
                      <a:srgbClr val="0C23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Resume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&lt; 5 menit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Simulasi ~2 menit otomatis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Waktu Approval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Workflow digital 7 level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Penggunaan Kertas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Upload &amp; review PDF digital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Agenda Terdokumentasi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Modul agenda terintegrasi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SLA Memorandum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≥ 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Monitoring real-time di /sla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Memorandum Terlambat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Alert SLA breached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Desain UI — Branding Bank Sumut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Modern, simple, corporate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Identitas visual: Navy (#0C2340) + Orange (#F58220).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Login dengan hero panel gambar gedung Bank Sumut.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Sidebar navy gelap, navigasi aktif oranye, logo Bank Sumut.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Dashboard &amp; memorandum dengan banner hero corporate.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Komponen konsisten: workflow stepper, badge status, stat cards, grafik.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Responsive — mobile sidebar dengan hamburger menu.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C2340"/>
                </a:solidFill>
              </a:defRPr>
            </a:pPr>
            <a:r>
              <a:t>Kesimpulan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457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Platform CorpSec Bank Sumut mengimplementasikan seluruh ruang lingkup PRD v0.1.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Workflow 7 level + AI review + tanda tangan digital + SLA terintegrasi.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7 role RBAC — dari Divisi Pengusul hingga Direksi/Komisaris.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8 modul operasional dalam satu platform terpadu.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UI modern dengan branding Bank Sumut &amp; data demo lengkap.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Prototype siap demo: http://localhost:3000/login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CorpSec Bank Sumut — PRD Discovery v0.1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58220"/>
                </a:solidFill>
              </a:defRPr>
            </a:pPr>
            <a:r>
              <a:t>CorpSec Bank Sumut — Digital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CCDDC"/>
                </a:solidFill>
              </a:defRPr>
            </a:pPr>
            <a:r>
              <a:t>Demo: http://localhost:3000/login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t>Bank Sumut — Corporate Secretary Digital Platform | PRD v0.1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