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CorpSec Bank Sumut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8220"/>
                </a:solidFill>
              </a:defRPr>
            </a:pPr>
            <a:r>
              <a:t>Corporate Secretary Digital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CCDDC"/>
                </a:solidFill>
              </a:defRPr>
            </a:pPr>
            <a:r>
              <a:t>Presentasi Produk — PRD Discovery v0.1</a:t>
            </a:r>
            <a:br/>
            <a:r>
              <a:t>Juli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Bank Sumut — Corporate Secretary Digital Platform | PRD Discovery v0.1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Agenda Presentasi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Latar Belakang &amp; Tantangan Bisnis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Visi Produk &amp; Ruang Lingkup PRD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Arsitektur Teknologi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Modul &amp; Fitur Utama Website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Workflow Persetujuan 7 Level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Role-Based Access Control (RBAC)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Fitur AI Compliance Review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User Journey per Role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SLA, Laporan &amp; KPI Success Metrics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Desain UI &amp; Branding Bank Sumut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Kesimpulan &amp;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Latar Belakang &amp; Tantangan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Latar Belakang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Mengapa platform digital CorpSec dibutuhkan?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Corporate Secretary Bank Sumut mengelola proses strategis: memorandum, agenda Direksi, rapat, dan compliance.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Proses manual masih mengandalkan kertas, email, dan tracking terpisah — rentan terhadap keterlambatan.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PRD Discovery v0.1 mendefinisikan kebutuhan digitalisasi end-to-end untuk seluruh alur CorpSec.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Platform ini dibangun sebagai prototype/demo yang mengimplementasikan seluruh requirement PRD.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Tantangan vs Solusi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Tantangan: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Proses approval memorandum lambat &amp; sulit dilacak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Dokumen fisik &amp; penggunaan kertas masih tinggi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Tidak ada SLA monitoring terpusat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Review compliance manual &amp; tidak konsisten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Agenda Direksi &amp; tindak lanjut rapat terfragmentasi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344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Solusi Platform: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Workflow digital 7 level dengan notifikasi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Upload PDF &amp; analisa AI otomatis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Dashboard SLA real-time (target ≥95%)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Knowledge Base RAG untuk referensi regulasi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Modul terintegrasi: Agenda, Rapat, Media, Laporan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Visi Produk &amp; PRD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Visi Produk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CorpSec Bank Sumut — Digital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Satu platform terintegrasi untuk seluruh operasional Corporate Secretary Bank Sumut.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Memorandum digital dari pengusul divisi hingga keputusan final Direksi/Komisaris.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Analisa AI compliance dengan referensi SMD &amp; regulasi OJK/BI.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Tanda tangan digital pada tahap approval Pimpinan Bidang &amp; Board.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Monitoring SLA, media, dan KPI dalam satu dashboard.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Ruang Lingkup PRD Discovery v0.1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Digitalisasi agenda Direksi — CRUD jadwal &amp; persiapan kegiatan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Manajemen memorandum end-to-end — upload, review, approval, arsip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Workflow persetujuan multi-level — 7 tahap dengan cabang Direksi/Komisaris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AI compliance review — ekstraksi PDF, ringkasan, risk &amp; compliance score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Meeting management — rapat, notulen, tindak lanjut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Media monitoring — berita Bank Sumut, regulasi, sentimen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Knowledge Base — dokumen internal (SK, SE, SOP) &amp; regulasi eksternal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SLA monitoring &amp; reporting — KPI success metrics PRD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Arsitektur Teknologi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Tech Stack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064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Teknologi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Keterangan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Next.js 16 + React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App Router, Server Components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Bahasa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TypeScript 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Type-safe development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Styling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Tailwind CSS 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Brand navy #0C2340 &amp; orange #F58220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SQLite + Drizzle ORM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data/corpsec.db, auto-seed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Grafik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Recharts 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Dashboard &amp; laporan statistik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PDF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pdf-parse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Ekstraksi teks dari memorandum PDF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Cookie 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RBAC 7 role, middleware guard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Ikon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Lucide React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UI icons konsisten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Arsitektur Aplikasi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Struktur Next.js App Router dengan route groups per role: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(main) — CorpSec: /dashboard, /agenda, /memorandum, /sla, /laporan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(pengusul) — Divisi Pengusul: /pengusul, /pengusul/kirim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Role portals — /pimpinan-bidang, /sekdireksi, /direksi, /komisaris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API Routes — /api/memorandum, /api/auth, /api/agenda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Middleware — canAccessRoute() proteksi akses per role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Database — 11 tabel utama dengan relasi workflow &amp; approval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File storage — PDF upload di data/uploads/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Modul &amp; Fitur Website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Modul Utama Website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064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Modul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Route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Fungsi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Dashboard CorpSec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Statistik, grafik, notifikasi, aksi cepat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Memorandum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/dashboard/memorandum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Upload PDF, daftar, workflow, AI review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Agenda Direksi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/agenda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 jadwal kegiatan &amp; persiapan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Meeting / Rapat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/rapat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Rapat, notulen, tindak lanjut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Media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Berita, regulasi, analisis sentimen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Knowledge Base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/knowledge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Dokumen internal &amp; regulasi (RAG)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SLA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Target vs aktual, compliance ≥95%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Laporan &amp; KPI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/laporan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Statistik &amp; success metrics PRD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Dashboard Corporate Secretary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Pusat kendali operasional CorpSec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Stat cards: Agenda hari ini, Memorandum pending, SLA compliance, Notifikasi regulator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Grafik interaktif: Statistik memorandum (pie), tren bulanan, tren SLA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Widget operasional: Agenda hari ini, memorandum menunggu keputusan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Alert: Urgensi tinggi, belum di-resume AI, tindak lanjut rapat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Notifikasi keputusan Pimpinan Bidang (approve/reject) dengan badge unread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Aksi cepat: Upload memorandum &amp; buat agenda Direksi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Feed berita Bank Sumut &amp; notifikasi regulator OJK/BI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Manajemen Memorandum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Upload memorandum PDF (max 20 MB) — CorpSec atau Divisi Pengusul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Metadata: No. memorandum, perihal, tanggal, divisi pengusul, urgensi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Indikator baca: titik merah (belum dibaca) / oranye (sudah dibaca)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Daftar memorandum dengan status workflow, AI score, aging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Detail memorandum: PDF viewer, workflow stepper, panel aksi per role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Tanda tangan digital pada approval Pimpinan Bidang &amp; Board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Re-upload dokumen review yang sudah diedit CorpSec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Workflow 7 Level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Workflow Persetujuan 7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Alur end-to-end sesuai PRD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Level 1 — Divisi Pengusul: Upload &amp; kirim memorandum PDF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Level 2 — Corporate Secretary: Analisa AI &amp; review compliance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Level 3 — Pemimpin Bidang: Approve/tolak + tanda tangan digital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Level 4 — Sekretaris Direksi/Komisaris: Terima &amp; forward ke board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Level 5 — Direksi (5 anggota) / Komisaris (3 anggota): Keputusan board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Level 6 — CorpSec: Finalisasi keputusan board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Level 7 — Kembali ke Pengusul: Notifikasi keputusan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Cabang Rute: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Rute Direksi → Sekretaris Direksi → 5 Direksi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Rute Komisaris → Sekretaris Komisaris → 3 Komisaris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Posisi Board: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Direksi: Dirut, Dir IT, Dir Keuangan, Dir Kepatuhan, Dir Bisnis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Komisaris: Utama, Independen, Komisaris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Fitur Workflow: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Multi-approval (semua target harus memutuskan)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Reject dengan komentar revisi/disposisi</a:t>
            </a:r>
          </a:p>
          <a:p>
            <a:pPr lvl="1"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  • Notifikasi in-app per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RBAC &amp; User Journey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Role-Based Access Control — 7 Role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Home Route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Akses Utama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Divisi 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Kirim PDF, riwayat keputusan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Corporate Secretary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/dashboard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Akses penuh seluruh modul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Pemimpin 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/pimpinan-bidang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Review, approve/tolak + TTD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Sekretaris 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/sekdireksi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Terima &amp; forward ke 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Sekretaris 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/sekretaris-komisaris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Terima &amp; forward ke Komisaris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Keputusan + tanda tangan digital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Keputusan + disposisi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Akun Demo untuk Presentasi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064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Username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Divisi 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pengusul123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Corporate Secretary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corpsec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corpsec123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Pemimpin 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pimpinan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pimpinan123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Sekretaris 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sekdireksi123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Sekretaris 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sekkom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sekkom123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Direktur Utama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dirut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dirut123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Direktur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dir_it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dirit123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Komisaris Utama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kom_utama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kom123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User Journey per Role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Alur pengguna dari sudut pandang masing-masing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Pengusul: Login → Kirim PDF → Pantau riwayat → Terima keputusan final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CorpSec: Terima memo → AI review → Kirim Pimpinan → Forward Sekretariat → Finalisasi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Pimpinan Bidang: Review AI summary + PDF → Approve/Tolak + TTD digital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Sekretaris: Terima memo → Assign target board → Forward ke Direksi/Komisaris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Direksi/Komisaris: Review dokumen → Setujui + TTD / Tolak + disposisi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Fitur AI &amp; Compliance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AI Compliance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Simulasi AI compliance — siap diintegrasikan dengan LLM nyata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Trigger otomatis saat upload PDF (autoAnalyze: true)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Ekstraksi teks dari PDF menggunakan pdf-parse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Analisa AI menghasilkan: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SMD Document ID (format SMD-BSM-{tahun}-{seq})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Ringkasan eksekutif terstruktur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Risk Score (0–90) &amp; Compliance Score (85–99%)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Confidence level (82–91%)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Referensi regulasi dari Knowledge Base (RAG keyword matching)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CorpSec dapat edit ringkasan AI, download review, &amp; re-upload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Knowledge Base &amp; Media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Knowledge Base — corpus RAG untuk analisa AI: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Dokumen internal: SK, SE, SOP Bank Sumut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Dokumen eksternal: regulasi OJK, BI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Media Monitoring — pantau reputasi &amp; lingkungan bisnis: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Kategori: Bank Sumut, Regulasi, Makroekonomi, Perbankan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Analisis sentimen: Positif / Netral / Negatif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Sumber: Bisnis Indonesia, Kontan, Reuters, dll.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Notifikasi regulator OJK/BI di dashboard CorpSec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SLA, Laporan &amp; KPI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KPI Success Metrics (PRD)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8011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Target PRD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Implementasi Platform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Resume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&lt; 5 menit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Simulasi ~2 menit otomatis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Waktu Approval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Workflow digital 7 level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Penggunaan Kertas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Upload &amp; review PDF digital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Agenda Terdokumentasi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Modul agenda terintegrasi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SLA Memorandum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≥ 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Monitoring real-time di /sla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Memorandum Terlambat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Alert SLA breached di dashboard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Modul SLA &amp; Laporan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SLA Monitoring (/sla):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Target compliance ≥ 95%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Status: On Track, Berisiko, Terlambat (breached)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Grafik tren SLA &amp; tabel detail per memorandum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Laporan &amp; KPI (/laporan):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Total memorandum, rapat, SLA compliance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Grafik: tren bulanan, per status, per divisi, sentimen media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Tabel KPI success metrics sesuai PRD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Desain UI &amp; Database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Desain UI — Branding Bank Sumut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Modern, simple, corporate — tanpa warna hijau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Identitas visual corporate: Navy (#0C2340) + Orange (#F58220)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Halaman login dengan hero panel gambar gedung Bank Sumut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Sidebar navy gelap dengan navigasi aktif oranye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Dashboard hero banner dengan gambar corporate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Komponen konsisten: btn-primary, card-brand, gradient-navy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Workflow stepper visual, indikator baca, badge status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Responsive design — mobile sidebar dengan hamburger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Database Schema — Highlights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9901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Tabel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Fungsi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Auth, role, divisi, board_position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memorandum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Dokumen inti + AI fields + workflow timestamps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memorandum_approvals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Keputusan per anggota board + TTD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notifications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Notifikasi in-app per user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agenda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Jadwal kegiatan Direksi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meetings / meeting_followups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Rapat &amp; tindak lanjut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media_articles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Media monitoring + sentimen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knowledge_documents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Corpus RAG regulasi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regulatory_notifications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Alert OJK/BI</a:t>
                      </a:r>
                    </a:p>
                  </a:txBody>
                  <a:tcPr/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sla_records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Target vs aktual jam per memorandum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4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8220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Kesimpulan &amp; Roadmap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Kesimpulan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Platform CorpSec Bank Sumut mengimplementasikan seluruh ruang lingkup PRD Discovery v0.1.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Workflow 7 level dengan AI review, tanda tangan digital, &amp; SLA monitoring terintegrasi.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7 role dengan RBAC lengkap — dari Divisi Pengusul hingga Direksi/Komisaris.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8 modul operasional: Dashboard, Memorandum, Agenda, Rapat, Media, Knowledge, SLA, Laporan.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UI modern dengan branding Bank Sumut (navy &amp; orange) dan gambar corporate.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Prototype siap demo dengan data seed lengkap &amp; 8+ akun demo.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Roadmap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Pengembangan lanjutan menuju production-ready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Integrasi LLM nyata (OpenAI/Claude) untuk analisa AI compliance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Koneksi SMD (Smart Document Management) Bank Sumut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Single Sign-On (SSO) dengan Active Directory Bank Sumut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Audit trail &amp; security hardening (signed session, bcrypt, rate limiting)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Email/SMS notification untuk approval &amp; SLA breach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Export laporan PDF/Excel untuk reporting regulator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Mobile app atau PWA untuk approval on-the-go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8220"/>
                </a:solidFill>
              </a:defRPr>
            </a:pPr>
            <a:r>
              <a:t>CorpSec Bank Sumut — Digital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CCDDC"/>
                </a:solidFill>
              </a:defRPr>
            </a:pPr>
            <a:r>
              <a:t>Demo: http://localhost:3000/login</a:t>
            </a:r>
            <a:br/>
            <a:r>
              <a:t>Branch: cursor/banksumut-design-5a99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Bank Sumut — Corporate Secretary Digital Platform | PRD Discovery v0.1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