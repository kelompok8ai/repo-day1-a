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389120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CorpSec Bank Sumut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58220"/>
                </a:solidFill>
              </a:defRPr>
            </a:pPr>
            <a:r>
              <a:t>Business Problem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CCDDC"/>
                </a:solidFill>
              </a:defRPr>
            </a:pPr>
            <a:r>
              <a:t>Presentasi Solusi Digital Corporate Secretary</a:t>
            </a:r>
          </a:p>
          <a:p>
            <a:pPr>
              <a:defRPr sz="1600">
                <a:solidFill>
                  <a:srgbClr val="BCCDDC"/>
                </a:solidFill>
              </a:defRPr>
            </a:pPr>
            <a:r>
              <a:t>PRD Discovery v0.1 — Bank Sumut</a:t>
            </a:r>
          </a:p>
        </p:txBody>
      </p:sp>
      <p:pic>
        <p:nvPicPr>
          <p:cNvPr id="6" name="Picture 5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56692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Bank Sumut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pic>
        <p:nvPicPr>
          <p:cNvPr id="12" name="Picture 11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Business Problem Canvas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Tiga masalah utama dan dampaknya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65760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Masalah 1: Proses Memorandum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Memorandum masih lewat kertas, email, dan chat.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Sulit dilacak status &amp; riwayat keputusan.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03320"/>
            <a:ext cx="3657600" cy="2148840"/>
          </a:xfrm>
          <a:prstGeom prst="roundRect">
            <a:avLst/>
          </a:prstGeom>
          <a:solidFill>
            <a:srgbClr val="FFF4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703320"/>
            <a:ext cx="365760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776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Dampak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Dampak: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Approval memakan waktu lama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Dokumen sering tercecer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SLA sulit diukur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Masalah 2: Agenda &amp; Rapat Terpisah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Jadwal Direksi dan notulen rapat tidak terpusat.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Tindak lanjut rapat sering tidak terpantau.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solidFill>
            <a:srgbClr val="FFF4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703320"/>
            <a:ext cx="365760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776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Dampak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Dampak: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Agenda tidak terdokumentasi penuh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Follow-up rapat terlambat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Koordinasi antar divisi lemah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417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417320"/>
            <a:ext cx="365760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Masalah 3: Compliance Sulit Dipantau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Tinjauan regulasi dilakukan manual.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Tidak ada arsip terpusat SK/SE/SOP &amp; regulasi OJK/BI.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703320"/>
            <a:ext cx="3657600" cy="2148840"/>
          </a:xfrm>
          <a:prstGeom prst="roundRect">
            <a:avLst/>
          </a:prstGeom>
          <a:solidFill>
            <a:srgbClr val="FFF4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3703320"/>
            <a:ext cx="365760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3776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Dampak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Dampak: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Risiko kepatuhan meningkat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CorpSec beban kerja tinggi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Keputusan tidak konsisten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pic>
        <p:nvPicPr>
          <p:cNvPr id="32" name="Picture 31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Ringkasan PRD Terpilih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Fokus solusi berdasarkan kebutuhan CorpSec Bank Sumut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Masalah yang Diatasi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Proses memorandum lambat &amp; tidak terlacak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Agenda Direksi belum terdigitalisasi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Compliance review manual &amp; tidak standar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Tidak ada monitoring SLA terpusat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Alasan Solusi Dibuat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Mengurangi penggunaan kertas (target -90%)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Mempercepat approval (target -50% waktu)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Resume tinjauan &lt; 5 menit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SLA memorandum ≥ 95%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79476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79476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User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Corporate Secretary (pengelola utama)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Divisi Pengusul (pengirim memorandum)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Pemimpin Bidang (persetujuan awal)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Sekretaris Direksi/Komisaris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Direksi &amp; Komisaris (keputusan akhir)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79476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679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Fitur Utama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Dashboard &amp; laporan statistik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Memorandum digital + workflow 7 level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Agenda, rapat, &amp; tindak lanjut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Media monitoring &amp; knowledge base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SLA monitoring &amp; bantuan tinjauan dokumen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pic>
        <p:nvPicPr>
          <p:cNvPr id="24" name="Picture 23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Tampilan Website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Halaman Login — pintu masuk aplikasi CorpSec Bank Sumut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5" y="1179576"/>
            <a:ext cx="10076688" cy="4544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34440"/>
            <a:ext cx="996696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431536"/>
            <a:ext cx="9966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Halaman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banksum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pic>
        <p:nvPicPr>
          <p:cNvPr id="11" name="Picture 10" descr="logo-banksum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Tampilan Website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Dashboard Corporate Secretary — ringkasan operasional harian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" y="1179576"/>
            <a:ext cx="11265407" cy="4544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15568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431536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Dashboard CorpSec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banksum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pic>
        <p:nvPicPr>
          <p:cNvPr id="11" name="Picture 10" descr="logo-banksum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Tampilan Website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Modul Memorandum &amp; Portal Divisi Pengusul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" y="1179576"/>
            <a:ext cx="5504688" cy="4544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memorand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39496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431536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Manajemen Memorandum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179576"/>
            <a:ext cx="5504688" cy="4544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pengus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9496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431536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Beranda Divisi Pengusul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-banksum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pic>
        <p:nvPicPr>
          <p:cNvPr id="14" name="Picture 13" descr="logo-banksum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Tampilan Website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Review Pimpinan Bidang &amp; Agenda Direksi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" y="1179576"/>
            <a:ext cx="5504688" cy="4544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-pimpi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39496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431536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Review Memorandum — Pimpinan Bidang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179576"/>
            <a:ext cx="5504688" cy="4544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ag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9496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431536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Manajemen Agenda Direksi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-banksum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pic>
        <p:nvPicPr>
          <p:cNvPr id="14" name="Picture 13" descr="logo-banksum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Fitur Utama &amp; Nilai Manfaat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Ringkasan kemampuan aplikasi CorpSec Bank Sumut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Fitur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Upload &amp; kelola memorandum PDF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Alur persetujuan 7 tahap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Bantuan rangkum isi memorandum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Tanda tangan digital saat approval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Agenda Direksi, rapat, media, arsip dokumen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Pemantauan SLA &amp; laporan 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Nilai Manfaat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Proses lebih cepat &amp; terlacak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Mengurangi kertas &amp; duplikasi data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Keputusan lebih terdokumentasi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CorpSec punya dashboard terpusat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Setiap role hanya lihat tugasnya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Siap demo untuk evaluasi internal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pic>
        <p:nvPicPr>
          <p:cNvPr id="16" name="Picture 15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Modul Sistem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Delapan modul operasional dalam satu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Dashboard — ringkasan harian CorpSec (agenda, memo, SLA, notifikasi)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Memorandum — upload PDF, tinjauan, workflow 7 level, tanda tangan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Agenda Direksi — jadwal kegiatan &amp; catatan persiapan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Rapat — notulen &amp; tindak lanjut dengan penanggung jawab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Media Monitoring — berita Bank Sumut &amp; analisis sentimen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Knowledge Base — arsip SK/SE/SOP &amp; regulasi OJK/BI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SLA Monitoring — pantau target waktu ≥ 95%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Laporan — statistik &amp; KPI success metrics PRD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pic>
        <p:nvPicPr>
          <p:cNvPr id="9" name="Picture 8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Alur Kerja Memorandum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7 tahap persetujuan sesuai PRD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1. Divisi Pengusul — kirim memorandum PDF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2. Corporate Secretary — terima, rangkum, &amp; tinjau kelengkapan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3. Pemimpin Bidang — setujui atau tolak + tanda tangan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4. Sekretaris Direksi/Komisaris — teruskan ke pimpinan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5. Direksi / Komisaris — beri keputusan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6. CorpSec — finalisasi sesuai keputusan board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7. Kembali ke Pengusul — pemberitahuan hasil akhir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pic>
        <p:nvPicPr>
          <p:cNvPr id="9" name="Picture 8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Perbaikan Aspek User Experience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Yang sudah diterapkan dan rencana perbaikan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539496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Sudah Diterapkan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Desain UI mengikuti identitas Bank Sumut (navy &amp; oranye)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Login page dengan hero image &amp; akun demo cepat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Navigasi sidebar per role — tidak membingungkan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Workflow stepper visual di detail memorandum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Indikator baca (belum/sudah dibaca) pada daftar memo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Dashboard hero banner &amp; stat cards informatif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Redirect otomatis ke halaman sesuai role setelah login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Sidebar mobile dengan menu hamburger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Rencana Perbaikan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Notifikasi real-time (toast &amp; badge) saat ada dokumen baru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Loading state &amp; feedback saat upload PDF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Halaman error yang lebih informatif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Pencarian &amp; filter di daftar memorandum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Mode gelap (dark mode) opsional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Panduan singkat (onboarding) untuk user baru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Optimasi tampilan tablet &amp; HP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Akses cepat ke rapat &amp; media dari sidebar CorpSec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pic>
        <p:nvPicPr>
          <p:cNvPr id="16" name="Picture 15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Perbaikan Aspek Keamanan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Kondisi saat ini dan langkah penguatan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539496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Sudah Diterapkan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Login wajib — halaman dilindungi middleware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Pembagian akses per role (RBAC 7 level)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Cookie session httpOnly &amp; sameSite=lax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API memorandum dicek role sebelum aksi (requireApiRole)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Redirect otomatis jika akses halaman tidak sesuai role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Validasi file upload (format PDF, batas ukuran)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Perlu Ditingkatkan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Session cookie perlu ditandatangani (JWT/signed cookie)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Password disimpan plaintext — perlu bcrypt/hash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Belum ada rate limiting pada login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Belum ada security headers (CSP, HSTS, X-Frame)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Belum ada audit log aktivitas user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Perlu validasi input lebih ketat di semua API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Enkripsi file PDF di storage server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Integrasi SSO Active Directory Bank Sumut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pic>
        <p:nvPicPr>
          <p:cNvPr id="16" name="Picture 15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Rencana Langkah Selanjutnya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Prioritas pengembangan ke depan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65760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Fase 1 — Stabilisasi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Perbaiki keamanan: hash password, signed session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Tambah rate limiting &amp; security headers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Lengkapi audit log aktivitas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Uji coba internal dengan user CorpSec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Fase 2 — Peningkatan Fitur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Integrasi LLM nyata untuk tinjauan memorandum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Notifikasi email/SMS saat approval &amp; SLA breach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Export laporan PDF/Excel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Koneksi ke SMD Bank Sumut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365760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Fase 3 — Go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01168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Integrasi SSO Active Directory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Migrasi database ke PostgreSQL production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Penetration testing &amp; UAT formal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Pelatihan user &amp; rollout ke seluruh divisi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pic>
        <p:nvPicPr>
          <p:cNvPr id="20" name="Picture 19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46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58220"/>
                </a:solidFill>
              </a:defRPr>
            </a:pPr>
            <a:r>
              <a:t>CorpSec Bank Sumut — Solusi Digital Corporate Secretary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CCDDC"/>
                </a:solidFill>
              </a:defRPr>
            </a:pPr>
            <a:r>
              <a:t>Demo: localhost:3000/login  |  GitHub: kelompok8ai/repo-day1-a</a:t>
            </a:r>
          </a:p>
        </p:txBody>
      </p:sp>
      <p:pic>
        <p:nvPicPr>
          <p:cNvPr id="6" name="Picture 5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56692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Bank Sumut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55664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pic>
        <p:nvPicPr>
          <p:cNvPr id="12" name="Picture 11" descr="logo-banksum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201168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