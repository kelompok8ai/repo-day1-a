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389120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6858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58220"/>
                </a:solidFill>
              </a:defRPr>
            </a:pPr>
            <a:r>
              <a:t>Business Problem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CCDDC"/>
                </a:solidFill>
              </a:defRPr>
            </a:pPr>
            <a:r>
              <a:t>Presentasi Solusi Digital Corporate Secretary</a:t>
            </a:r>
          </a:p>
          <a:p>
            <a:pPr>
              <a:defRPr sz="1600">
                <a:solidFill>
                  <a:srgbClr val="BCCDDC"/>
                </a:solidFill>
              </a:defRPr>
            </a:pPr>
            <a:r>
              <a:t>PRD Discovery v0.1 — Bank Sumut</a:t>
            </a:r>
          </a:p>
        </p:txBody>
      </p:sp>
      <p:pic>
        <p:nvPicPr>
          <p:cNvPr id="6" name="Picture 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800295" cy="292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pic>
        <p:nvPicPr>
          <p:cNvPr id="11" name="Picture 10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Business Problem Canvas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Tiga masalah utama dan dampaknya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1: Proses Memorandum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masih lewat kertas, email, dan chat.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Sulit dilacak status &amp; riwayat keputusan.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Approval memakan waktu lama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Dokumen sering tercecer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sulit diukur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2: Agenda &amp; Rapat Terpisah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Jadwal Direksi dan notulen rapat tidak terpusat.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Tindak lanjut rapat sering tidak terpantau.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tidak terdokumentasi penuh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Follow-up rapat terlambat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Koordinasi antar divisi lemah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3: Compliance Sulit Dipantau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Tinjauan regulasi dilakukan manual.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arsip terpusat SK/SE/SOP &amp; regulasi OJK/BI.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79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Risiko kepatuhan meningkat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beban kerja tinggi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tidak konsisten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pic>
        <p:nvPicPr>
          <p:cNvPr id="32" name="Picture 31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Ringkasan PRD Terpilih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Fokus solusi berdasarkan kebutuhan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yang Diatasi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memorandum lambat &amp; tidak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 belum terdigitalisasi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Compliance review manual &amp; tidak standar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monitoring SLA terpusat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Alasan Solusi Dibuat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penggunaan kertas (target -90%)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Mempercepat approval (target -50% waktu)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Resume tinjauan &lt; 5 menit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memorandum ≥ 95%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User Utama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Corporate Secretary (pengelola utama)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Divisi Pengusul (pengirim memorandum)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Pemimpin Bidang (persetujuan awal)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Sekretaris Direksi/Komisaris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Direksi &amp; Komisaris (keputusan akhir)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&amp; laporan statistik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digital + workflow 7 level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Agenda, rapat, &amp; tindak lanjut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Media monitoring &amp; knowledge base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monitoring &amp; bantuan tinjauan dokumen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pic>
        <p:nvPicPr>
          <p:cNvPr id="24" name="Picture 23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Halaman Login — pintu masuk aplikasi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5" y="1179576"/>
            <a:ext cx="10076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431536"/>
            <a:ext cx="9966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Halaman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pic>
        <p:nvPicPr>
          <p:cNvPr id="11" name="Picture 10" descr="logo-banksumut-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Dashboard Corporate Secretary — ringkasan operasional harian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11265407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1115568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Dashboard CorpSec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pic>
        <p:nvPicPr>
          <p:cNvPr id="11" name="Picture 10" descr="logo-banksumut-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Modul Memorandum &amp; Portal Divisi Pengusul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memorand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394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Memorandum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-pengus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Beranda Divisi Pengusul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-banksumut-offi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pic>
        <p:nvPicPr>
          <p:cNvPr id="14" name="Picture 13" descr="logo-banksumut-offi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Review Pimpinan Bidang &amp; Agenda Direksi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-pimp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394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Review Memorandum — Pimpinan Bidang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Agenda Direksi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-banksumut-offi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pic>
        <p:nvPicPr>
          <p:cNvPr id="14" name="Picture 13" descr="logo-banksumut-offi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Fitur Utama &amp; Nilai Manfaat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Ringkasan kemampuan aplikasi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Upload &amp; kelola memorandum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Alur persetujuan 7 tahap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Bantuan rangkum isi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Tanda tangan digital saat approval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Direksi, rapat, media, arsip dokumen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Pemantauan SLA &amp; laporan KPI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Nilai Manfaat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lebih cepat &amp;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kertas &amp; duplikasi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lebih terdokumentasi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punya dashboard terpusat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Setiap role hanya lihat tugasnya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Siap demo untuk evaluasi internal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8</a:t>
            </a:r>
          </a:p>
        </p:txBody>
      </p:sp>
      <p:pic>
        <p:nvPicPr>
          <p:cNvPr id="16" name="Picture 1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Modul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Delapan modul operasional dalam satu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Dashboard — ringkasan harian CorpSec (agenda, memo, SLA, notifikasi)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Memorandum — upload PDF, tinjauan, workflow 7 level,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Agenda Direksi — jadwal kegiatan &amp; catatan persiapan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Rapat — notulen &amp; tindak lanjut dengan penanggung jawab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Media Monitoring — berita Bank Sumut &amp; analisis sentimen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Knowledge Base — arsip SK/SE/SOP &amp; regulasi OJK/BI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SLA Monitoring — pantau target waktu ≥ 95%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Laporan — statistik &amp; KPI success metrics PRD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9</a:t>
            </a:r>
          </a:p>
        </p:txBody>
      </p:sp>
      <p:pic>
        <p:nvPicPr>
          <p:cNvPr id="9" name="Picture 8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Alur Kerja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7 tahap persetujuan sesuai PRD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1. Divisi Pengusul — kirim memorandum PDF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2. Corporate Secretary — terima, rangkum, &amp; tinjau kelengkapan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3. Pemimpin Bidang — setujui atau tolak +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4. Sekretaris Direksi/Komisaris — teruskan ke pimpinan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5. Direksi / Komisaris — beri keputusan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6. CorpSec — finalisasi sesuai keputusan board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7. Kembali ke Pengusul — pemberitahuan hasil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pic>
        <p:nvPicPr>
          <p:cNvPr id="9" name="Picture 8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User Experience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Yang sudah diterapkan dan rencana perbaikan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Desain UI mengikuti identitas Bank Sumut (navy &amp; oranye)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page dengan hero image &amp; akun demo cepat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Navigasi sidebar per role — tidak membingungkan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Workflow stepper visual di detail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Indikator baca (belum/sudah dibaca) pada daftar memo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hero banner &amp; stat cards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ke halaman sesuai role setelah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mobile dengan menu hamburger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Rencana Perbaikan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real-time (toast &amp; badge) saat ada dokumen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Loading state &amp; feedback saat upload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error yang lebih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Pencarian &amp; filter di daftar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Mode gelap (dark mode) opsional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Panduan singkat (onboarding) untuk user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Optimasi tampilan tablet &amp; HP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Akses cepat ke rapat &amp; media dari sidebar CorpSec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pic>
        <p:nvPicPr>
          <p:cNvPr id="16" name="Picture 1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Keamanan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Kondisi saat ini dan langkah penguatan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wajib — halaman dilindungi middleware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Pembagian akses per role (RBAC 7 level)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Cookie session httpOnly &amp; sameSite=lax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API memorandum dicek role sebelum aksi (requireApiRole)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jika akses halaman tidak sesuai role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Validasi file upload (format PDF, batas ukuran)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Perlu Ditingkatkan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Session cookie perlu ditandatangani (JWT/signed cookie)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Password disimpan plaintext — perlu bcrypt/hash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rate limiting pada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security headers (CSP, HSTS, X-Frame)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audit log aktivitas user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Perlu validasi input lebih ketat di semua API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Enkripsi file PDF di storage server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 Bank Sumut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pic>
        <p:nvPicPr>
          <p:cNvPr id="16" name="Picture 1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Rencana Langkah Selanjutnya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Prioritas pengembangan ke depan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1 — Stabilisasi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Perbaiki keamanan: hash password, signed session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Tambah rate limiting &amp; security headers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Lengkapi audit log aktivitas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Uji coba internal dengan user CorpSec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2 — Peningkatan Fitur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LLM nyata untuk tinjauan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email/SMS saat approval &amp; SLA breach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Export laporan PDF/Excel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Koneksi ke SMD Bank Sumut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3 — Go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Migrasi database ke PostgreSQL production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Penetration testing &amp; UAT formal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Pelatihan user &amp; rollout ke seluruh divisi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pic>
        <p:nvPicPr>
          <p:cNvPr id="20" name="Picture 19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8220"/>
                </a:solidFill>
              </a:defRPr>
            </a:pPr>
            <a:r>
              <a:t>CorpSec Bank Sumut — Solusi Digital Corporate Secretary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CCDDC"/>
                </a:solidFill>
              </a:defRPr>
            </a:pPr>
            <a:r>
              <a:t>Demo: localhost:3000/login  |  GitHub: kelompok8ai/repo-day1-a</a:t>
            </a:r>
          </a:p>
        </p:txBody>
      </p:sp>
      <p:pic>
        <p:nvPicPr>
          <p:cNvPr id="6" name="Picture 5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800295" cy="292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550203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pic>
        <p:nvPicPr>
          <p:cNvPr id="11" name="Picture 10" descr="logo-banksumut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1415" y="228600"/>
            <a:ext cx="650240" cy="2377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