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79" y="0"/>
            <a:ext cx="4754880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1005840" cy="1005840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858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2900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58220"/>
                </a:solidFill>
              </a:defRPr>
            </a:pPr>
            <a:r>
              <a:t>Platform Corporate Secretary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CCDDC"/>
                </a:solidFill>
              </a:defRPr>
            </a:pPr>
            <a:r>
              <a:t>Presentasi Sistem</a:t>
            </a:r>
          </a:p>
          <a:p>
            <a:pPr>
              <a:defRPr sz="1800">
                <a:solidFill>
                  <a:srgbClr val="BCCDDC"/>
                </a:solidFill>
              </a:defRPr>
            </a:pPr>
            <a:r>
              <a:t>Juli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Kenapa Sistem Ini Dibuat?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Permasalahan yang dihadapi Corporate Secretary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Memorandum masih banyak lewat kertas dan email, sehingga sulit dilacak.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Proses persetujuan memakan waktu karena harus menunggu antar divisi.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Agenda Direksi dan catatan rapat belum terpusat di satu tempat.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Belum ada pemantauan SLA yang jelas untuk setiap memorandum.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CorpSec Bank Sumut butuh satu sistem digital yang rapi dan mudah dipakai.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Apa Itu CorpSec Bank Sumut?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606039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260603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58220"/>
                </a:solidFill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74720"/>
            <a:ext cx="22402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1E293B"/>
                </a:solidFill>
              </a:defRPr>
            </a:pPr>
            <a:r>
              <a:t>Modul</a:t>
            </a:r>
            <a:br/>
            <a:r>
              <a:t>Operasional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59" y="1828800"/>
            <a:ext cx="2606039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59" y="2194560"/>
            <a:ext cx="260603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58220"/>
                </a:solidFill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3474720"/>
            <a:ext cx="22402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1E293B"/>
                </a:solidFill>
              </a:defRPr>
            </a:pPr>
            <a:r>
              <a:t>Tahap</a:t>
            </a:r>
            <a:br/>
            <a:r>
              <a:t>Persetujuan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199" y="1828800"/>
            <a:ext cx="2606039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9" y="2194560"/>
            <a:ext cx="260603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58220"/>
                </a:solidFill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3474720"/>
            <a:ext cx="22402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1E293B"/>
                </a:solidFill>
              </a:defRPr>
            </a:pPr>
            <a:r>
              <a:t>Level</a:t>
            </a:r>
            <a:br/>
            <a:r>
              <a:t>Pengguna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828800"/>
            <a:ext cx="2606039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194560"/>
            <a:ext cx="260603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58220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3474720"/>
            <a:ext cx="22402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1E293B"/>
                </a:solidFill>
              </a:defRPr>
            </a:pPr>
            <a:r>
              <a:t>Platform</a:t>
            </a:r>
            <a:br/>
            <a:r>
              <a:t>Terpadu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Fitur Utama Sistem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9496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394960" cy="5029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81328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Yang Bisa Dilakukan CorpSec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Lihat ringkasan agenda &amp; memorandum di dashboard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Terima dan tinjau memorandum dari divisi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Kelola jadwal kegiatan Direksi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Pantau SLA dan laporan kinerja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Cek berita dan regulasi terkait bank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9496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394960" cy="5029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Yang Bisa Dilakukan Divisi 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1031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Pengusul: kirim memorandum PDF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Pimpinan Bidang: setujui atau tolak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Sekretaris: teruskan ke Direksi/Komisaris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Direksi &amp; Komisaris: beri keputusan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Semua pihak bisa cek status dokumen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Menu &amp; Halaman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Ringkasan modul yang tersedia di website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Menu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Alamat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Kegunaan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Ringkasan harian CorpSec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Memorandum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/dashboard/memorandum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Upload &amp; kelola memorandum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Agenda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/agenda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Jadwal kegiatan Direksi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Rapat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/rapat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Notulen &amp; tindak lanjut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Pantau berita &amp; sentimen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Knowledge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/knowledge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Arsip dokumen &amp; regulasi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SLA &amp; Laporan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/sla, /laporan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Pantau target &amp; statistik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Modul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Dari upload PDF sampai keputusan akhir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Divisi mengunggah memorandum dalam bentuk PDF.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CorpSec menerima dokumen, membaca isi, dan meninjau kelengkapan.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Sistem membantu merangkum isi memorandum dan menandai hal penting.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Setiap memorandum punya status: menunggu, sedang ditinjau, disetujui, atau ditolak.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Dokumen yang belum dibaca ditandai agar tidak terlewat.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Riwayat keputusan tersimpan sehingga bisa dicek kapan saja.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Alur Persetujuan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7 tahap dari pengusul sampai keputusan akhir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1. Divisi Pengusul — mengirim memorandum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2. Corporate Secretary — meninjau &amp; menyiapkan dokumen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3. Pemimpin Bidang — menyetujui atau menolak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4. Sekretaris Direksi/Komisaris — meneruskan ke pimpinan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5. Direksi atau Komisaris — memberi keputusan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6. CorpSec — menyelesaikan proses sesuai keputusan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7. Kembali ke Pengusul — pemberitahuan hasil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Siapa Saja Pengguna Sistem?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Setiap role punya akses sesuai tugasnya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Peran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Halaman Utama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Tugas Utama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Divisi 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Kirim memorandum, lihat riwayat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Corporate Secretary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Kelola seluruh proses CorpSec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Pemimpin 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/pimpinan-bidang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Tinjau &amp; putuskan memorandum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Sekretaris 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/sekdireksi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Teruskan ke 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Sekretaris 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/sekretaris-komisaris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Teruskan ke Komisaris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Berikan keputusan &amp; tanda tangan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/komisaris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Berikan keputusan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Akun untuk Coba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Gunakan akun berikut saat demo atau presentasi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Peran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Username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Divisi 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pengusul123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Corporate Secretary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corpsec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corpsec123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Pemimpin 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pimpinan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pimpinan123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Sekretaris 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sekdireksi123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Sekretaris 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sekkom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sekkom123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Direktur Utama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dirut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dirut123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Direktur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dir_it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dirit123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Komisaris Utama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kom_utama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kom123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Bantuan Tinjauan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Fitur pendukung agar CorpSec lebih cepat bekerja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Saat PDF diunggah, sistem membaca isi dokumen secara otomatis.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CorpSec mendapat ringkasan singkat isi memorandum.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Sistem menandai poin penting dan hal yang perlu diperhatikan.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Referensi regulasi yang relevan ditampilkan sebagai acuan.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CorpSec tetap bisa mengubah ringkasan sebelum dokumen dilanjutkan.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Tujuannya: mempercepat peninjauan, bukan menggantikan keputusan manusia.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Modul Pendukung Lainnya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9496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394960" cy="5029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81328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Agenda &amp; Rapat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Buat jadwal kegiatan Direksi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Catat lokasi, waktu, dan prioritas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Simpan notulen rapat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Pantau tindak lanjut beserta penanggung jawab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9496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394960" cy="5029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Media &amp; Arsip Dokumen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1031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Pantau berita seputar Bank Sumut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Lihat sentimen berita: positif, netral, negatif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Simpan SK, SE, SOP, dan regulasi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800">
                <a:solidFill>
                  <a:srgbClr val="1E293B"/>
                </a:solidFill>
              </a:defRPr>
            </a:pPr>
            <a:r>
              <a:t>Jadi acuan saat meninjau memorandum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Target Kinerja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Indikator yang dipantau sesuai kebutuhan CorpSec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Indikator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Waktu tinjauan memorandum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&lt; 5 menit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Proses baca &amp; rangkum dokumen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Proses persetujuan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Lebih cepat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Alur digital, tidak lewat kertas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Penggunaan kertas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Berkurang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Semua lewat upload PDF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Agenda Direksi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Tercatat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Semua jadwal masuk sistem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SLA memorandum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≥ 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Dipantau di menu SLA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Keterlambatan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Minim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</a:defRPr>
                      </a:pPr>
                      <a:r>
                        <a:t>Ada peringatan jika melewati batas waktu</a:t>
                      </a:r>
                    </a:p>
                  </a:txBody>
                  <a:tcPr>
                    <a:solidFill>
                      <a:srgbClr val="FFF4E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Desain mengikuti identitas Bank Sumut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Warna utama: biru navy dan oranye sesuai branding Bank Sumut.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Tampilan bersih, enak dibaca, dan mudah dinavigasi.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Halaman login menampilkan gambar gedung Bank Sumut.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Dashboard dilengkapi banner dan ringkasan informasi penting.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Setiap role melihat menu yang sesuai dengan tugasnya.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Bisa diakses lewat laptop maupun layar yang lebih kecil.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C2340"/>
                </a:solidFill>
              </a:defRPr>
            </a:pPr>
            <a:r>
              <a:t>Teknologi yang Digunakan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Dasar pembangunan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Website dibangun dengan Next.js — framework web modern.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Data disimpan di database SQLite, cukup untuk kebutuhan demo.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Tampilan dibuat dengan Tailwind CSS, mengikuti warna Bank Sumut.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Grafik di dashboard menggunakan Recharts.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File memorandum disimpan dalam format PDF.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100">
                <a:solidFill>
                  <a:srgbClr val="1E293B"/>
                </a:solidFill>
              </a:defRPr>
            </a:pPr>
            <a:r>
              <a:t>Sistem login dengan pembagian akses per role.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8220"/>
                </a:solidFill>
              </a:defRPr>
            </a:pPr>
            <a:r>
              <a:t>CorpSec Bank Sumut — Platform Corporate Secretary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CCDDC"/>
                </a:solidFill>
              </a:defRPr>
            </a:pPr>
            <a:r>
              <a:t>localhost:3000/login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